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70" autoAdjust="0"/>
    <p:restoredTop sz="95033" autoAdjust="0"/>
  </p:normalViewPr>
  <p:slideViewPr>
    <p:cSldViewPr snapToGrid="0" snapToObjects="1">
      <p:cViewPr varScale="1">
        <p:scale>
          <a:sx n="69" d="100"/>
          <a:sy n="69" d="100"/>
        </p:scale>
        <p:origin x="52" y="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03-10-2026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03-10-2026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03-10-2026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03-10-2026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03-10-2026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03-10-2026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03-10-2026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03-10-2026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03-10-2026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03-10-2026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03-10-2026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03-10-2026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03-10-2026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03-10-2026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03-10-2026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03-10-2026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03-10-2026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03-10-2026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300399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r>
              <a:rPr lang="en-IN" sz="2400" b="1" dirty="0"/>
              <a:t>CRM for Small Businesses</a:t>
            </a: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Dr. </a:t>
            </a:r>
            <a:r>
              <a:rPr lang="en-US" sz="2400">
                <a:solidFill>
                  <a:srgbClr val="00B050"/>
                </a:solidFill>
              </a:rPr>
              <a:t>S. Spandana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Assitant</a:t>
            </a:r>
            <a:r>
              <a:rPr lang="en-US" sz="2400" dirty="0">
                <a:solidFill>
                  <a:srgbClr val="00B050"/>
                </a:solidFill>
              </a:rPr>
              <a:t>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635047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B. Pemesh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no: 2520030388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K. Srihitha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no: 2520030153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CH. Srihitha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no: 2520030400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NUMBER:1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8045882"/>
              </p:ext>
            </p:extLst>
          </p:nvPr>
        </p:nvGraphicFramePr>
        <p:xfrm>
          <a:off x="838199" y="1416193"/>
          <a:ext cx="10515600" cy="2307967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/>
                        <a:t>B. Pemesh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Testing &amp; Quality Assurance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/>
                        <a:t>K. Srihitha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Technical Documentation &amp; System Design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CH. Srihitha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Project Development &amp; Implementation</a:t>
                      </a:r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Small businesses often manage customer information, sales, follow-ups, and communication using spreadsheets, notebooks, or separate applications. This makes it difficult to maintain accurate customer records and track business activities.</a:t>
            </a:r>
          </a:p>
          <a:p>
            <a:pPr algn="just"/>
            <a:r>
              <a:rPr lang="en-IN" dirty="0"/>
              <a:t>The proposed </a:t>
            </a:r>
            <a:r>
              <a:rPr lang="en-IN" b="1" dirty="0"/>
              <a:t>CRM for Small Businesses</a:t>
            </a:r>
            <a:r>
              <a:rPr lang="en-IN" dirty="0"/>
              <a:t> provides a centralized platform to manage customer information, leads, sales, interactions, and follow-ups. The system helps businesses organize customer data, improve communication, track sales activities, and build better customer relationships.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IN" dirty="0"/>
              <a:t>Customer relationships are important for the growth of small businesses. </a:t>
            </a:r>
          </a:p>
          <a:p>
            <a:pPr lvl="0" algn="just"/>
            <a:r>
              <a:rPr lang="en-IN" dirty="0"/>
              <a:t>Many small businesses lack dedicated tools to manage customer information. </a:t>
            </a:r>
          </a:p>
          <a:p>
            <a:pPr lvl="0" algn="just"/>
            <a:r>
              <a:rPr lang="en-IN" dirty="0"/>
              <a:t>Customer details and sales records are often maintained manually. </a:t>
            </a:r>
          </a:p>
          <a:p>
            <a:pPr lvl="0" algn="just"/>
            <a:r>
              <a:rPr lang="en-IN" dirty="0"/>
              <a:t>This can result in missed follow-ups, duplicate records, and poor data organization. </a:t>
            </a:r>
          </a:p>
          <a:p>
            <a:pPr lvl="0" algn="just"/>
            <a:r>
              <a:rPr lang="en-IN" dirty="0"/>
              <a:t>A CRM system provides a centralized solution for managing customers and business interactions.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IN" dirty="0"/>
              <a:t>Customer information is maintained using notebooks or spreadsheets. </a:t>
            </a:r>
          </a:p>
          <a:p>
            <a:pPr lvl="0" algn="just"/>
            <a:r>
              <a:rPr lang="en-IN" dirty="0"/>
              <a:t>Sales and customer interactions are tracked manually. </a:t>
            </a:r>
          </a:p>
          <a:p>
            <a:pPr lvl="0" algn="just"/>
            <a:r>
              <a:rPr lang="en-IN" dirty="0"/>
              <a:t>Follow-ups may be missed due to lack of reminders. </a:t>
            </a:r>
          </a:p>
          <a:p>
            <a:pPr lvl="0" algn="just"/>
            <a:r>
              <a:rPr lang="en-IN" dirty="0"/>
              <a:t>Customer information is scattered across different sources. </a:t>
            </a:r>
          </a:p>
          <a:p>
            <a:pPr lvl="0" algn="just"/>
            <a:r>
              <a:rPr lang="en-IN" dirty="0"/>
              <a:t>Generating reports and </a:t>
            </a:r>
            <a:r>
              <a:rPr lang="en-IN" dirty="0" err="1"/>
              <a:t>analyzing</a:t>
            </a:r>
            <a:r>
              <a:rPr lang="en-IN" dirty="0"/>
              <a:t> customer data is difficult. </a:t>
            </a:r>
          </a:p>
          <a:p>
            <a:pPr lvl="0" algn="just"/>
            <a:r>
              <a:rPr lang="en-IN" dirty="0"/>
              <a:t>Manual management consumes time and increases the possibility of errors.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b="1" dirty="0"/>
              <a:t>Problems faced by small businesses:</a:t>
            </a:r>
            <a:endParaRPr lang="en-IN" dirty="0"/>
          </a:p>
          <a:p>
            <a:pPr lvl="0" algn="just"/>
            <a:r>
              <a:rPr lang="en-IN" dirty="0"/>
              <a:t>Difficulty managing customer information. </a:t>
            </a:r>
          </a:p>
          <a:p>
            <a:pPr lvl="0" algn="just"/>
            <a:r>
              <a:rPr lang="en-IN" dirty="0"/>
              <a:t>Lack of centralized customer records. </a:t>
            </a:r>
          </a:p>
          <a:p>
            <a:pPr lvl="0" algn="just"/>
            <a:r>
              <a:rPr lang="en-IN" dirty="0"/>
              <a:t>Missed follow-ups and customer interactions. </a:t>
            </a:r>
          </a:p>
          <a:p>
            <a:pPr lvl="0" algn="just"/>
            <a:r>
              <a:rPr lang="en-IN" dirty="0"/>
              <a:t>Poor tracking of leads and sales. </a:t>
            </a:r>
          </a:p>
          <a:p>
            <a:pPr lvl="0" algn="just"/>
            <a:r>
              <a:rPr lang="en-IN" dirty="0"/>
              <a:t>Difficulty identifying potential customers. </a:t>
            </a:r>
          </a:p>
          <a:p>
            <a:pPr lvl="0" algn="just"/>
            <a:r>
              <a:rPr lang="en-IN" dirty="0"/>
              <a:t>Limited access to business performance information. </a:t>
            </a:r>
          </a:p>
          <a:p>
            <a:pPr lvl="0" algn="just"/>
            <a:r>
              <a:rPr lang="en-IN" dirty="0"/>
              <a:t>Existing CRM solutions may be expensive or unnecessarily complex for small businesses.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N" dirty="0"/>
              <a:t>The proposed system provides a </a:t>
            </a:r>
            <a:r>
              <a:rPr lang="en-IN" b="1" dirty="0"/>
              <a:t>simple and centralized CRM platform</a:t>
            </a:r>
            <a:r>
              <a:rPr lang="en-IN" dirty="0"/>
              <a:t> designed specifically for small businesses.</a:t>
            </a:r>
          </a:p>
          <a:p>
            <a:pPr marL="0" indent="0" algn="just">
              <a:buNone/>
            </a:pPr>
            <a:r>
              <a:rPr lang="en-IN" b="1" dirty="0"/>
              <a:t>Key contributions:</a:t>
            </a:r>
            <a:endParaRPr lang="en-IN" dirty="0"/>
          </a:p>
          <a:p>
            <a:pPr lvl="0" algn="just"/>
            <a:r>
              <a:rPr lang="en-IN" dirty="0"/>
              <a:t>Centralized customer management. </a:t>
            </a:r>
          </a:p>
          <a:p>
            <a:pPr lvl="0" algn="just"/>
            <a:r>
              <a:rPr lang="en-IN" dirty="0"/>
              <a:t>Lead and sales tracking. </a:t>
            </a:r>
          </a:p>
          <a:p>
            <a:pPr lvl="0" algn="just"/>
            <a:r>
              <a:rPr lang="en-IN" dirty="0"/>
              <a:t>Customer interaction history. </a:t>
            </a:r>
          </a:p>
          <a:p>
            <a:pPr lvl="0" algn="just"/>
            <a:r>
              <a:rPr lang="en-IN" dirty="0"/>
              <a:t>Follow-up reminders. </a:t>
            </a:r>
          </a:p>
          <a:p>
            <a:pPr lvl="0" algn="just"/>
            <a:r>
              <a:rPr lang="en-IN" dirty="0"/>
              <a:t>Easy access to customer information. </a:t>
            </a:r>
          </a:p>
          <a:p>
            <a:pPr lvl="0" algn="just"/>
            <a:r>
              <a:rPr lang="en-IN" dirty="0"/>
              <a:t>Sales and customer activity tracking. </a:t>
            </a:r>
          </a:p>
          <a:p>
            <a:pPr lvl="0" algn="just"/>
            <a:r>
              <a:rPr lang="en-IN" dirty="0"/>
              <a:t>Simple interface suitable for small businesses.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To develop a centralized customer management system. </a:t>
            </a:r>
          </a:p>
          <a:p>
            <a:pPr lvl="0"/>
            <a:r>
              <a:rPr lang="en-IN" dirty="0"/>
              <a:t>To maintain customer information efficiently. </a:t>
            </a:r>
          </a:p>
          <a:p>
            <a:pPr lvl="0"/>
            <a:r>
              <a:rPr lang="en-IN" dirty="0"/>
              <a:t>To manage and track leads. </a:t>
            </a:r>
          </a:p>
          <a:p>
            <a:pPr lvl="0"/>
            <a:r>
              <a:rPr lang="en-IN" dirty="0"/>
              <a:t>To monitor sales activities. </a:t>
            </a:r>
          </a:p>
          <a:p>
            <a:pPr lvl="0"/>
            <a:r>
              <a:rPr lang="en-IN" dirty="0"/>
              <a:t>To record customer interactions. </a:t>
            </a:r>
          </a:p>
          <a:p>
            <a:pPr lvl="0"/>
            <a:r>
              <a:rPr lang="en-IN" dirty="0"/>
              <a:t>To provide follow-up reminders. </a:t>
            </a:r>
          </a:p>
          <a:p>
            <a:pPr lvl="0"/>
            <a:r>
              <a:rPr lang="en-IN" dirty="0"/>
              <a:t>To reduce manual data management. </a:t>
            </a:r>
          </a:p>
          <a:p>
            <a:pPr lvl="0"/>
            <a:r>
              <a:rPr lang="en-IN" dirty="0"/>
              <a:t>To improve customer relationship management.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366" y="1368425"/>
            <a:ext cx="10515600" cy="49879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/>
              <a:t>Modules</a:t>
            </a:r>
          </a:p>
          <a:p>
            <a:pPr lvl="0"/>
            <a:r>
              <a:rPr lang="en-IN" sz="1600" b="1" dirty="0"/>
              <a:t>User Authentication</a:t>
            </a:r>
            <a:r>
              <a:rPr lang="en-IN" sz="1600" dirty="0"/>
              <a:t> </a:t>
            </a:r>
          </a:p>
          <a:p>
            <a:pPr lvl="1"/>
            <a:r>
              <a:rPr lang="en-IN" sz="1600" dirty="0"/>
              <a:t>Login &amp; Registration </a:t>
            </a:r>
          </a:p>
          <a:p>
            <a:pPr lvl="0"/>
            <a:r>
              <a:rPr lang="en-IN" sz="1600" b="1" dirty="0"/>
              <a:t>Customer Management</a:t>
            </a:r>
            <a:r>
              <a:rPr lang="en-IN" sz="1600" dirty="0"/>
              <a:t> </a:t>
            </a:r>
          </a:p>
          <a:p>
            <a:pPr lvl="1"/>
            <a:r>
              <a:rPr lang="en-IN" sz="1600" dirty="0"/>
              <a:t>Manage Customer Details </a:t>
            </a:r>
          </a:p>
          <a:p>
            <a:pPr lvl="0"/>
            <a:r>
              <a:rPr lang="en-IN" sz="1600" b="1" dirty="0"/>
              <a:t>Lead Management</a:t>
            </a:r>
            <a:r>
              <a:rPr lang="en-IN" sz="1600" dirty="0"/>
              <a:t> </a:t>
            </a:r>
          </a:p>
          <a:p>
            <a:pPr lvl="1"/>
            <a:r>
              <a:rPr lang="en-IN" sz="1600" dirty="0"/>
              <a:t>Track Potential Customers </a:t>
            </a:r>
          </a:p>
          <a:p>
            <a:pPr lvl="0"/>
            <a:r>
              <a:rPr lang="en-IN" sz="1600" b="1" dirty="0"/>
              <a:t>Sales Management</a:t>
            </a:r>
            <a:r>
              <a:rPr lang="en-IN" sz="1600" dirty="0"/>
              <a:t> </a:t>
            </a:r>
          </a:p>
          <a:p>
            <a:pPr lvl="1"/>
            <a:r>
              <a:rPr lang="en-IN" sz="1600" dirty="0"/>
              <a:t>Track Sales &amp; Orders </a:t>
            </a:r>
          </a:p>
          <a:p>
            <a:pPr lvl="0"/>
            <a:r>
              <a:rPr lang="en-IN" sz="1600" b="1" dirty="0"/>
              <a:t>Interaction Management</a:t>
            </a:r>
            <a:r>
              <a:rPr lang="en-IN" sz="1600" dirty="0"/>
              <a:t> </a:t>
            </a:r>
          </a:p>
          <a:p>
            <a:pPr lvl="1"/>
            <a:r>
              <a:rPr lang="en-IN" sz="1600" dirty="0"/>
              <a:t>Manage Customer Interactions </a:t>
            </a:r>
          </a:p>
          <a:p>
            <a:pPr lvl="0"/>
            <a:r>
              <a:rPr lang="en-IN" sz="1600" b="1" dirty="0"/>
              <a:t>Follow-up Management</a:t>
            </a:r>
            <a:r>
              <a:rPr lang="en-IN" sz="1600" dirty="0"/>
              <a:t> </a:t>
            </a:r>
          </a:p>
          <a:p>
            <a:pPr lvl="1"/>
            <a:r>
              <a:rPr lang="en-IN" sz="1600" dirty="0"/>
              <a:t>Schedule Follow-ups </a:t>
            </a:r>
          </a:p>
          <a:p>
            <a:pPr lvl="0"/>
            <a:r>
              <a:rPr lang="en-IN" sz="1600" b="1" dirty="0"/>
              <a:t>Dashboard &amp; Reports</a:t>
            </a:r>
            <a:r>
              <a:rPr lang="en-IN" sz="1600" dirty="0"/>
              <a:t> </a:t>
            </a:r>
          </a:p>
          <a:p>
            <a:pPr lvl="1"/>
            <a:r>
              <a:rPr lang="en-IN" sz="1600" dirty="0"/>
              <a:t>Sales &amp; Customer Analytics</a:t>
            </a:r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Frontend:</a:t>
            </a:r>
            <a:endParaRPr lang="en-IN" dirty="0"/>
          </a:p>
          <a:p>
            <a:pPr lvl="0"/>
            <a:r>
              <a:rPr lang="en-IN" dirty="0"/>
              <a:t>HTML </a:t>
            </a:r>
          </a:p>
          <a:p>
            <a:pPr lvl="0"/>
            <a:r>
              <a:rPr lang="en-IN" dirty="0"/>
              <a:t>CSS </a:t>
            </a:r>
          </a:p>
          <a:p>
            <a:pPr lvl="0"/>
            <a:r>
              <a:rPr lang="en-IN" dirty="0"/>
              <a:t>React &amp; TypeScript </a:t>
            </a:r>
          </a:p>
          <a:p>
            <a:pPr marL="0" indent="0">
              <a:buNone/>
            </a:pPr>
            <a:r>
              <a:rPr lang="en-IN" b="1" dirty="0"/>
              <a:t>Backend:</a:t>
            </a:r>
            <a:endParaRPr lang="en-IN" dirty="0"/>
          </a:p>
          <a:p>
            <a:pPr lvl="0"/>
            <a:r>
              <a:rPr lang="en-IN" dirty="0"/>
              <a:t>Java &amp; Node.js  </a:t>
            </a:r>
          </a:p>
          <a:p>
            <a:pPr marL="0" indent="0">
              <a:buNone/>
            </a:pPr>
            <a:r>
              <a:rPr lang="en-IN" b="1" dirty="0"/>
              <a:t>Database:</a:t>
            </a:r>
            <a:endParaRPr lang="en-IN" dirty="0"/>
          </a:p>
          <a:p>
            <a:pPr lvl="0"/>
            <a:r>
              <a:rPr lang="en-IN" dirty="0"/>
              <a:t>MySQL </a:t>
            </a:r>
          </a:p>
          <a:p>
            <a:pPr marL="0" indent="0">
              <a:buNone/>
            </a:pPr>
            <a:r>
              <a:rPr lang="en-IN" b="1" dirty="0"/>
              <a:t>Development Tools:</a:t>
            </a:r>
            <a:endParaRPr lang="en-IN" dirty="0"/>
          </a:p>
          <a:p>
            <a:pPr lvl="0"/>
            <a:r>
              <a:rPr lang="en-IN" dirty="0"/>
              <a:t>VS Code </a:t>
            </a:r>
          </a:p>
          <a:p>
            <a:pPr lvl="0"/>
            <a:r>
              <a:rPr lang="en-IN" dirty="0"/>
              <a:t>Web Browser </a:t>
            </a:r>
          </a:p>
          <a:p>
            <a:pPr marL="0" indent="0">
              <a:buNone/>
            </a:pPr>
            <a:r>
              <a:rPr lang="en-IN" b="1" dirty="0"/>
              <a:t>Operating System:</a:t>
            </a:r>
            <a:endParaRPr lang="en-IN" dirty="0"/>
          </a:p>
          <a:p>
            <a:pPr lvl="0"/>
            <a:r>
              <a:rPr lang="en-IN" dirty="0"/>
              <a:t>Windows / Linux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4576BD-A5F2-BA9F-7E1D-AB128A55505A}"/>
              </a:ext>
            </a:extLst>
          </p:cNvPr>
          <p:cNvSpPr txBox="1"/>
          <p:nvPr/>
        </p:nvSpPr>
        <p:spPr>
          <a:xfrm>
            <a:off x="1283855" y="1307651"/>
            <a:ext cx="898698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dirty="0"/>
              <a:t>Conclusion</a:t>
            </a:r>
            <a:br>
              <a:rPr lang="en-IN" dirty="0"/>
            </a:br>
            <a:r>
              <a:rPr lang="en-IN" dirty="0"/>
              <a:t>The proposed CRM system provides small businesses with a centralized platform for managing customers, leads, sales, interactions, and follow-ups. It reduces manual work, improves organization, and helps businesses maintain better customer relationships.</a:t>
            </a:r>
          </a:p>
          <a:p>
            <a:pPr algn="just">
              <a:buNone/>
            </a:pPr>
            <a:r>
              <a:rPr lang="en-IN" b="1" dirty="0"/>
              <a:t>Future Scope</a:t>
            </a:r>
            <a:endParaRPr lang="en-IN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Mobile application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Email and SMS notifications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WhatsApp integration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AI-based customer insights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Sales forecasting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Advanced analytics and dashboards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Cloud-based deployment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Integration with payment and accounting systems</a:t>
            </a:r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8318</TotalTime>
  <Words>623</Words>
  <Application>Microsoft Office PowerPoint</Application>
  <PresentationFormat>Widescreen</PresentationFormat>
  <Paragraphs>146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 1st  REVIEW CRM for Small Businesses </vt:lpstr>
      <vt:lpstr>GROUP NUMBER:1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Srihitha Reddy</cp:lastModifiedBy>
  <cp:revision>99</cp:revision>
  <dcterms:created xsi:type="dcterms:W3CDTF">2022-05-20T10:20:31Z</dcterms:created>
  <dcterms:modified xsi:type="dcterms:W3CDTF">2026-10-03T03:16:46Z</dcterms:modified>
</cp:coreProperties>
</file>